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75" r:id="rId11"/>
    <p:sldId id="268" r:id="rId12"/>
    <p:sldId id="265" r:id="rId13"/>
    <p:sldId id="267" r:id="rId14"/>
    <p:sldId id="266" r:id="rId15"/>
    <p:sldId id="274" r:id="rId1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1pPr>
    <a:lvl2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2pPr>
    <a:lvl3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3pPr>
    <a:lvl4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4pPr>
    <a:lvl5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5pPr>
    <a:lvl6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6pPr>
    <a:lvl7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7pPr>
    <a:lvl8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8pPr>
    <a:lvl9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72675A"/>
        </a:solidFill>
        <a:effectLst/>
        <a:uFillTx/>
        <a:latin typeface="+mj-lt"/>
        <a:ea typeface="+mj-ea"/>
        <a:cs typeface="+mj-cs"/>
        <a:sym typeface="Baskervill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CCCDCB"/>
              </a:solidFill>
              <a:prstDash val="solid"/>
              <a:miter lim="400000"/>
            </a:ln>
          </a:left>
          <a:right>
            <a:ln w="12700" cap="flat">
              <a:solidFill>
                <a:srgbClr val="CCCDCB"/>
              </a:solidFill>
              <a:prstDash val="solid"/>
              <a:miter lim="400000"/>
            </a:ln>
          </a:right>
          <a:top>
            <a:ln w="12700" cap="flat">
              <a:solidFill>
                <a:srgbClr val="CCCDCB"/>
              </a:solidFill>
              <a:prstDash val="solid"/>
              <a:miter lim="400000"/>
            </a:ln>
          </a:top>
          <a:bottom>
            <a:ln w="12700" cap="flat">
              <a:solidFill>
                <a:srgbClr val="CCCDCB"/>
              </a:solidFill>
              <a:prstDash val="solid"/>
              <a:miter lim="400000"/>
            </a:ln>
          </a:bottom>
          <a:insideH>
            <a:ln w="12700" cap="flat">
              <a:solidFill>
                <a:srgbClr val="CCCDCB"/>
              </a:solidFill>
              <a:prstDash val="solid"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28D8E">
              <a:alpha val="20000"/>
            </a:srgbClr>
          </a:solidFill>
        </a:fill>
      </a:tcStyle>
    </a:band2H>
    <a:firstCol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CCCDCB"/>
              </a:solidFill>
              <a:prstDash val="solid"/>
              <a:miter lim="400000"/>
            </a:ln>
          </a:left>
          <a:right>
            <a:ln w="38100" cap="flat">
              <a:solidFill>
                <a:srgbClr val="CCCDCB"/>
              </a:solidFill>
              <a:prstDash val="solid"/>
              <a:miter lim="400000"/>
            </a:ln>
          </a:right>
          <a:top>
            <a:ln w="12700" cap="flat">
              <a:solidFill>
                <a:srgbClr val="CCCDCB"/>
              </a:solidFill>
              <a:prstDash val="solid"/>
              <a:miter lim="400000"/>
            </a:ln>
          </a:top>
          <a:bottom>
            <a:ln w="12700" cap="flat">
              <a:solidFill>
                <a:srgbClr val="CCCDCB"/>
              </a:solidFill>
              <a:prstDash val="solid"/>
              <a:miter lim="400000"/>
            </a:ln>
          </a:bottom>
          <a:insideH>
            <a:ln w="12700" cap="flat">
              <a:solidFill>
                <a:srgbClr val="CCCDCB"/>
              </a:solidFill>
              <a:prstDash val="solid"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solidFill>
            <a:srgbClr val="EBEBE3"/>
          </a:solidFill>
        </a:fill>
      </a:tcStyle>
    </a:firstCol>
    <a:lastRow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CCCDCB"/>
              </a:solidFill>
              <a:prstDash val="solid"/>
              <a:miter lim="400000"/>
            </a:ln>
          </a:left>
          <a:right>
            <a:ln w="12700" cap="flat">
              <a:solidFill>
                <a:srgbClr val="CCCDCB"/>
              </a:solidFill>
              <a:prstDash val="solid"/>
              <a:miter lim="400000"/>
            </a:ln>
          </a:right>
          <a:top>
            <a:ln w="38100" cap="flat">
              <a:solidFill>
                <a:srgbClr val="CCCDCB"/>
              </a:solidFill>
              <a:prstDash val="solid"/>
              <a:miter lim="400000"/>
            </a:ln>
          </a:top>
          <a:bottom>
            <a:ln w="12700" cap="flat">
              <a:solidFill>
                <a:srgbClr val="CCCDCB"/>
              </a:solidFill>
              <a:prstDash val="solid"/>
              <a:miter lim="400000"/>
            </a:ln>
          </a:bottom>
          <a:insideH>
            <a:ln w="12700" cap="flat">
              <a:solidFill>
                <a:srgbClr val="CCCDCB"/>
              </a:solidFill>
              <a:prstDash val="solid"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solidFill>
            <a:srgbClr val="EBEBE3"/>
          </a:solidFill>
        </a:fill>
      </a:tcStyle>
    </a:lastRow>
    <a:firstRow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CCCDCB"/>
              </a:solidFill>
              <a:prstDash val="solid"/>
              <a:miter lim="400000"/>
            </a:ln>
          </a:left>
          <a:right>
            <a:ln w="12700" cap="flat">
              <a:solidFill>
                <a:srgbClr val="CCCDCB"/>
              </a:solidFill>
              <a:prstDash val="solid"/>
              <a:miter lim="400000"/>
            </a:ln>
          </a:right>
          <a:top>
            <a:ln w="12700" cap="flat">
              <a:solidFill>
                <a:srgbClr val="CCCDCB"/>
              </a:solidFill>
              <a:prstDash val="solid"/>
              <a:miter lim="400000"/>
            </a:ln>
          </a:top>
          <a:bottom>
            <a:ln w="38100" cap="flat">
              <a:solidFill>
                <a:srgbClr val="CCCDCB"/>
              </a:solidFill>
              <a:prstDash val="solid"/>
              <a:miter lim="400000"/>
            </a:ln>
          </a:bottom>
          <a:insideH>
            <a:ln w="12700" cap="flat">
              <a:solidFill>
                <a:srgbClr val="CCCDCB"/>
              </a:solidFill>
              <a:prstDash val="solid"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solidFill>
            <a:srgbClr val="EBEBE3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left>
          <a:righ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right>
          <a:top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top>
          <a:bottom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bottom>
          <a:insideH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H>
          <a:insideV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left>
          <a:righ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right>
          <a:top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top>
          <a:bottom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bottom>
          <a:insideH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H>
          <a:insideV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V>
        </a:tcBdr>
        <a:fill>
          <a:solidFill>
            <a:srgbClr val="E5E1C5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left>
          <a:righ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right>
          <a:top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top>
          <a:bottom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bottom>
          <a:insideH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H>
          <a:insideV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V>
        </a:tcBdr>
        <a:fill>
          <a:solidFill>
            <a:srgbClr val="B0C09A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left>
          <a:right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right>
          <a:top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top>
          <a:bottom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bottom>
          <a:insideH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H>
          <a:insideV>
            <a:ln w="6350" cap="flat">
              <a:solidFill>
                <a:schemeClr val="accent2">
                  <a:satOff val="-4969"/>
                  <a:lumOff val="-24702"/>
                </a:schemeClr>
              </a:solidFill>
              <a:prstDash val="solid"/>
              <a:miter lim="400000"/>
            </a:ln>
          </a:insideV>
        </a:tcBdr>
        <a:fill>
          <a:solidFill>
            <a:srgbClr val="B0C09A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44444"/>
              </a:solidFill>
              <a:prstDash val="solid"/>
              <a:miter lim="400000"/>
            </a:ln>
          </a:top>
          <a:bottom>
            <a:ln w="12700" cap="flat">
              <a:solidFill>
                <a:srgbClr val="444444"/>
              </a:solidFill>
              <a:prstDash val="solid"/>
              <a:miter lim="400000"/>
            </a:ln>
          </a:bottom>
          <a:insideH>
            <a:ln w="12700" cap="flat">
              <a:solidFill>
                <a:srgbClr val="444444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AB0B5">
              <a:alpha val="10000"/>
            </a:srgb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>
                  <a:satOff val="-7715"/>
                  <a:lumOff val="-221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rgbClr val="44444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ADBD7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44444"/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satOff val="-7715"/>
                  <a:lumOff val="-221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AB0B5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chemeClr val="accent1">
                  <a:satOff val="-7715"/>
                  <a:lumOff val="-221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44444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AB0B5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949E9F"/>
              </a:solidFill>
              <a:prstDash val="solid"/>
              <a:miter lim="400000"/>
            </a:ln>
          </a:left>
          <a:right>
            <a:ln w="12700" cap="flat">
              <a:solidFill>
                <a:srgbClr val="949E9F"/>
              </a:solidFill>
              <a:prstDash val="solid"/>
              <a:miter lim="400000"/>
            </a:ln>
          </a:right>
          <a:top>
            <a:ln w="12700" cap="flat">
              <a:solidFill>
                <a:srgbClr val="949E9F"/>
              </a:solidFill>
              <a:prstDash val="solid"/>
              <a:miter lim="400000"/>
            </a:ln>
          </a:top>
          <a:bottom>
            <a:ln w="12700" cap="flat">
              <a:solidFill>
                <a:srgbClr val="949E9F"/>
              </a:solidFill>
              <a:prstDash val="solid"/>
              <a:miter lim="400000"/>
            </a:ln>
          </a:bottom>
          <a:insideH>
            <a:ln w="12700" cap="flat">
              <a:solidFill>
                <a:srgbClr val="949E9F"/>
              </a:solidFill>
              <a:prstDash val="solid"/>
              <a:miter lim="400000"/>
            </a:ln>
          </a:insideH>
          <a:insideV>
            <a:ln w="12700" cap="flat">
              <a:solidFill>
                <a:srgbClr val="949E9F"/>
              </a:solidFill>
              <a:prstDash val="solid"/>
              <a:miter lim="400000"/>
            </a:ln>
          </a:insideV>
        </a:tcBdr>
        <a:fill>
          <a:solidFill>
            <a:srgbClr val="E2E0D9"/>
          </a:solidFill>
        </a:fill>
      </a:tcStyle>
    </a:wholeTbl>
    <a:band2H>
      <a:tcTxStyle/>
      <a:tcStyle>
        <a:tcBdr/>
        <a:fill>
          <a:solidFill>
            <a:srgbClr val="EFECE5"/>
          </a:solidFill>
        </a:fill>
      </a:tcStyle>
    </a:band2H>
    <a:firstCo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chemeClr val="accent4">
                  <a:satOff val="-11517"/>
                  <a:lumOff val="-24324"/>
                </a:schemeClr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352922"/>
              </a:solidFill>
              <a:prstDash val="solid"/>
              <a:miter lim="400000"/>
            </a:ln>
          </a:top>
          <a:bottom>
            <a:ln w="12700" cap="flat">
              <a:solidFill>
                <a:srgbClr val="352922"/>
              </a:solidFill>
              <a:prstDash val="solid"/>
              <a:miter lim="400000"/>
            </a:ln>
          </a:bottom>
          <a:insideH>
            <a:ln w="12700" cap="flat">
              <a:solidFill>
                <a:srgbClr val="352922"/>
              </a:solidFill>
              <a:prstDash val="solid"/>
              <a:miter lim="400000"/>
            </a:ln>
          </a:insideH>
          <a:insideV>
            <a:ln w="12700" cap="flat">
              <a:solidFill>
                <a:srgbClr val="352922"/>
              </a:solidFill>
              <a:prstDash val="solid"/>
              <a:miter lim="400000"/>
            </a:ln>
          </a:insideV>
        </a:tcBdr>
        <a:fill>
          <a:solidFill>
            <a:srgbClr val="4F4036"/>
          </a:solidFill>
        </a:fill>
      </a:tcStyle>
    </a:firstCol>
    <a:lastRow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6D5D4B"/>
              </a:solidFill>
              <a:prstDash val="solid"/>
              <a:miter lim="400000"/>
            </a:ln>
          </a:left>
          <a:right>
            <a:ln w="12700" cap="flat">
              <a:solidFill>
                <a:srgbClr val="6D5D4B"/>
              </a:solidFill>
              <a:prstDash val="solid"/>
              <a:miter lim="400000"/>
            </a:ln>
          </a:right>
          <a:top>
            <a:ln w="25400" cap="flat">
              <a:solidFill>
                <a:srgbClr val="352922"/>
              </a:solidFill>
              <a:prstDash val="solid"/>
              <a:miter lim="400000"/>
            </a:ln>
          </a:top>
          <a:bottom>
            <a:ln w="12700" cap="flat">
              <a:solidFill>
                <a:schemeClr val="accent4">
                  <a:satOff val="-11517"/>
                  <a:lumOff val="-24324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rgbClr val="6D5D4B"/>
              </a:solidFill>
              <a:prstDash val="solid"/>
              <a:miter lim="400000"/>
            </a:ln>
          </a:insideH>
          <a:insideV>
            <a:ln w="12700" cap="flat">
              <a:solidFill>
                <a:srgbClr val="6D5D4B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352922"/>
              </a:solidFill>
              <a:prstDash val="solid"/>
              <a:miter lim="400000"/>
            </a:ln>
          </a:left>
          <a:right>
            <a:ln w="12700" cap="flat">
              <a:solidFill>
                <a:srgbClr val="352922"/>
              </a:solidFill>
              <a:prstDash val="solid"/>
              <a:miter lim="400000"/>
            </a:ln>
          </a:right>
          <a:top>
            <a:ln w="12700" cap="flat">
              <a:solidFill>
                <a:schemeClr val="accent4">
                  <a:satOff val="-11517"/>
                  <a:lumOff val="-24324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352922"/>
              </a:solidFill>
              <a:prstDash val="solid"/>
              <a:miter lim="400000"/>
            </a:ln>
          </a:bottom>
          <a:insideH>
            <a:ln w="12700" cap="flat">
              <a:solidFill>
                <a:srgbClr val="352922"/>
              </a:solidFill>
              <a:prstDash val="solid"/>
              <a:miter lim="400000"/>
            </a:ln>
          </a:insideH>
          <a:insideV>
            <a:ln w="12700" cap="flat">
              <a:solidFill>
                <a:srgbClr val="352922"/>
              </a:solidFill>
              <a:prstDash val="solid"/>
              <a:miter lim="400000"/>
            </a:ln>
          </a:insideV>
        </a:tcBdr>
        <a:fill>
          <a:solidFill>
            <a:srgbClr val="4F403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434343"/>
        </a:fontRef>
        <a:srgbClr val="434343"/>
      </a:tcTxStyle>
      <a:tcStyle>
        <a:tcBdr>
          <a:left>
            <a:ln w="12700" cap="flat">
              <a:solidFill>
                <a:srgbClr val="CCCDCB"/>
              </a:solidFill>
              <a:prstDash val="solid"/>
              <a:miter lim="400000"/>
            </a:ln>
          </a:left>
          <a:right>
            <a:ln w="12700" cap="flat">
              <a:solidFill>
                <a:srgbClr val="CCCDCB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3">
              <a:alpha val="38000"/>
            </a:srgbClr>
          </a:solidFill>
        </a:fill>
      </a:tcStyle>
    </a:band2H>
    <a:firstCol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939393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CCCDCB"/>
              </a:solidFill>
              <a:prstDash val="solid"/>
              <a:miter lim="400000"/>
            </a:ln>
          </a:insideV>
        </a:tcBdr>
        <a:fill>
          <a:solidFill>
            <a:srgbClr val="A5A8A3"/>
          </a:solidFill>
        </a:fill>
      </a:tcStyle>
    </a:firstCol>
    <a:la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5A8A3"/>
              </a:solidFill>
              <a:prstDash val="solid"/>
              <a:miter lim="400000"/>
            </a:ln>
          </a:left>
          <a:right>
            <a:ln w="12700" cap="flat">
              <a:solidFill>
                <a:srgbClr val="A5A8A3"/>
              </a:solidFill>
              <a:prstDash val="solid"/>
              <a:miter lim="400000"/>
            </a:ln>
          </a:right>
          <a:top>
            <a:ln w="12700" cap="flat">
              <a:solidFill>
                <a:srgbClr val="939393"/>
              </a:solidFill>
              <a:prstDash val="solid"/>
              <a:miter lim="400000"/>
            </a:ln>
          </a:top>
          <a:bottom>
            <a:ln w="12700" cap="flat">
              <a:solidFill>
                <a:srgbClr val="939393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A5A8A3"/>
              </a:solidFill>
              <a:prstDash val="solid"/>
              <a:miter lim="400000"/>
            </a:ln>
          </a:insideV>
        </a:tcBdr>
        <a:fill>
          <a:solidFill>
            <a:srgbClr val="6D6D6D"/>
          </a:solidFill>
        </a:fill>
      </a:tcStyle>
    </a:lastRow>
    <a:firstRow>
      <a:tcTxStyle b="off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5A8A3"/>
              </a:solidFill>
              <a:prstDash val="solid"/>
              <a:miter lim="400000"/>
            </a:ln>
          </a:left>
          <a:right>
            <a:ln w="12700" cap="flat">
              <a:solidFill>
                <a:srgbClr val="A5A8A3"/>
              </a:solidFill>
              <a:prstDash val="solid"/>
              <a:miter lim="400000"/>
            </a:ln>
          </a:right>
          <a:top>
            <a:ln w="12700" cap="flat">
              <a:solidFill>
                <a:srgbClr val="939393"/>
              </a:solidFill>
              <a:prstDash val="solid"/>
              <a:miter lim="400000"/>
            </a:ln>
          </a:top>
          <a:bottom>
            <a:ln w="12700" cap="flat">
              <a:solidFill>
                <a:srgbClr val="939393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A5A8A3"/>
              </a:solidFill>
              <a:prstDash val="solid"/>
              <a:miter lim="400000"/>
            </a:ln>
          </a:insideV>
        </a:tcBdr>
        <a:fill>
          <a:solidFill>
            <a:srgbClr val="6D6D6D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CCDCB">
              <a:alpha val="21000"/>
            </a:srgb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39393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939393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39393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232323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 snapToGrid="0" snapToObjects="1">
      <p:cViewPr varScale="1">
        <p:scale>
          <a:sx n="85" d="100"/>
          <a:sy n="85" d="100"/>
        </p:scale>
        <p:origin x="19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大標題與副標題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大標題文字"/>
          <p:cNvSpPr txBox="1">
            <a:spLocks noGrp="1"/>
          </p:cNvSpPr>
          <p:nvPr>
            <p:ph type="title"/>
          </p:nvPr>
        </p:nvSpPr>
        <p:spPr>
          <a:xfrm>
            <a:off x="1079500" y="2438400"/>
            <a:ext cx="11176000" cy="2921000"/>
          </a:xfrm>
          <a:prstGeom prst="rect">
            <a:avLst/>
          </a:prstGeom>
        </p:spPr>
        <p:txBody>
          <a:bodyPr anchor="b"/>
          <a:lstStyle>
            <a:lvl1pPr>
              <a:defRPr cap="all" spc="232">
                <a:solidFill>
                  <a:srgbClr val="EBEBEB"/>
                </a:solidFill>
                <a:effectLst>
                  <a:outerShdw blurRad="25400" dist="25400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</a:lstStyle>
          <a:p>
            <a:r>
              <a:t>大標題文字</a:t>
            </a:r>
          </a:p>
        </p:txBody>
      </p:sp>
      <p:sp>
        <p:nvSpPr>
          <p:cNvPr id="12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1079500" y="5346700"/>
            <a:ext cx="11176000" cy="1397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C8C8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影像"/>
          <p:cNvSpPr>
            <a:spLocks noGrp="1"/>
          </p:cNvSpPr>
          <p:nvPr>
            <p:ph type="pic" sz="half" idx="13"/>
          </p:nvPr>
        </p:nvSpPr>
        <p:spPr>
          <a:xfrm>
            <a:off x="1854200" y="1441449"/>
            <a:ext cx="9612313" cy="48895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大標題文字"/>
          <p:cNvSpPr txBox="1">
            <a:spLocks noGrp="1"/>
          </p:cNvSpPr>
          <p:nvPr>
            <p:ph type="title"/>
          </p:nvPr>
        </p:nvSpPr>
        <p:spPr>
          <a:xfrm>
            <a:off x="1079500" y="6515100"/>
            <a:ext cx="11176000" cy="1625600"/>
          </a:xfrm>
          <a:prstGeom prst="rect">
            <a:avLst/>
          </a:prstGeom>
        </p:spPr>
        <p:txBody>
          <a:bodyPr anchor="b"/>
          <a:lstStyle>
            <a:lvl1pPr>
              <a:defRPr cap="all" spc="232">
                <a:solidFill>
                  <a:srgbClr val="EBEBEB"/>
                </a:solidFill>
                <a:effectLst>
                  <a:outerShdw blurRad="25400" dist="25400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</a:lstStyle>
          <a:p>
            <a:r>
              <a:t>大標題文字</a:t>
            </a:r>
          </a:p>
        </p:txBody>
      </p:sp>
      <p:sp>
        <p:nvSpPr>
          <p:cNvPr id="22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1079500" y="8166100"/>
            <a:ext cx="11176000" cy="1308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 spc="144">
                <a:solidFill>
                  <a:srgbClr val="FFFFFF"/>
                </a:solidFill>
                <a:effectLst>
                  <a:outerShdw blurRad="25400" dist="27326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C8C8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 - 中央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大標題文字"/>
          <p:cNvSpPr txBox="1">
            <a:spLocks noGrp="1"/>
          </p:cNvSpPr>
          <p:nvPr>
            <p:ph type="title"/>
          </p:nvPr>
        </p:nvSpPr>
        <p:spPr>
          <a:xfrm>
            <a:off x="1079500" y="3416300"/>
            <a:ext cx="11176000" cy="2921000"/>
          </a:xfrm>
          <a:prstGeom prst="rect">
            <a:avLst/>
          </a:prstGeom>
        </p:spPr>
        <p:txBody>
          <a:bodyPr/>
          <a:lstStyle>
            <a:lvl1pPr>
              <a:defRPr cap="all" spc="232">
                <a:solidFill>
                  <a:srgbClr val="EBEBEB"/>
                </a:solidFill>
                <a:effectLst>
                  <a:outerShdw blurRad="25400" dist="25400" dir="16200000" rotWithShape="0">
                    <a:srgbClr val="000000">
                      <a:alpha val="50000"/>
                    </a:srgbClr>
                  </a:outerShdw>
                </a:effectLst>
                <a:latin typeface="+mn-lt"/>
                <a:ea typeface="+mn-ea"/>
                <a:cs typeface="+mn-cs"/>
                <a:sym typeface="Cochin"/>
              </a:defRPr>
            </a:lvl1pPr>
          </a:lstStyle>
          <a:p>
            <a:r>
              <a:t>大標題文字</a:t>
            </a:r>
          </a:p>
        </p:txBody>
      </p:sp>
      <p:sp>
        <p:nvSpPr>
          <p:cNvPr id="3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C8C8C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直式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影像"/>
          <p:cNvSpPr>
            <a:spLocks noGrp="1"/>
          </p:cNvSpPr>
          <p:nvPr>
            <p:ph type="pic" sz="half" idx="13"/>
          </p:nvPr>
        </p:nvSpPr>
        <p:spPr>
          <a:xfrm>
            <a:off x="6743700" y="1193800"/>
            <a:ext cx="5257800" cy="736092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大標題文字"/>
          <p:cNvSpPr txBox="1">
            <a:spLocks noGrp="1"/>
          </p:cNvSpPr>
          <p:nvPr>
            <p:ph type="title"/>
          </p:nvPr>
        </p:nvSpPr>
        <p:spPr>
          <a:xfrm>
            <a:off x="914400" y="1193800"/>
            <a:ext cx="5270500" cy="3911600"/>
          </a:xfrm>
          <a:prstGeom prst="rect">
            <a:avLst/>
          </a:prstGeom>
        </p:spPr>
        <p:txBody>
          <a:bodyPr anchor="b"/>
          <a:lstStyle/>
          <a:p>
            <a:r>
              <a:t>大標題文字</a:t>
            </a:r>
          </a:p>
        </p:txBody>
      </p:sp>
      <p:sp>
        <p:nvSpPr>
          <p:cNvPr id="40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914400" y="5219700"/>
            <a:ext cx="5270500" cy="33782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/>
            </a:lvl1pPr>
            <a:lvl2pPr marL="0" indent="0" algn="ctr">
              <a:spcBef>
                <a:spcPts val="0"/>
              </a:spcBef>
              <a:buSzTx/>
              <a:buNone/>
              <a:defRPr sz="3600"/>
            </a:lvl2pPr>
            <a:lvl3pPr marL="0" indent="0" algn="ctr">
              <a:spcBef>
                <a:spcPts val="0"/>
              </a:spcBef>
              <a:buSzTx/>
              <a:buNone/>
              <a:defRPr sz="3600"/>
            </a:lvl3pPr>
            <a:lvl4pPr marL="0" indent="0" algn="ctr">
              <a:spcBef>
                <a:spcPts val="0"/>
              </a:spcBef>
              <a:buSzTx/>
              <a:buNone/>
              <a:defRPr sz="3600"/>
            </a:lvl4pPr>
            <a:lvl5pPr marL="0" indent="0" algn="ctr">
              <a:spcBef>
                <a:spcPts val="0"/>
              </a:spcBef>
              <a:buSzTx/>
              <a:buNone/>
              <a:defRPr sz="36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 - 上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4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57" name="內文層級一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、項目符號與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影像"/>
          <p:cNvSpPr>
            <a:spLocks noGrp="1"/>
          </p:cNvSpPr>
          <p:nvPr>
            <p:ph type="pic" sz="half" idx="13"/>
          </p:nvPr>
        </p:nvSpPr>
        <p:spPr>
          <a:xfrm>
            <a:off x="6743700" y="2997200"/>
            <a:ext cx="5270201" cy="53975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67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914400" y="2705100"/>
            <a:ext cx="5118100" cy="6019800"/>
          </a:xfrm>
          <a:prstGeom prst="rect">
            <a:avLst/>
          </a:prstGeom>
        </p:spPr>
        <p:txBody>
          <a:bodyPr/>
          <a:lstStyle>
            <a:lvl1pPr marL="342900" indent="-342900">
              <a:defRPr sz="3400"/>
            </a:lvl1pPr>
            <a:lvl2pPr marL="685800" indent="-342900">
              <a:defRPr sz="3400"/>
            </a:lvl2pPr>
            <a:lvl3pPr marL="1028700" indent="-342900">
              <a:defRPr sz="3400"/>
            </a:lvl3pPr>
            <a:lvl4pPr marL="1371600" indent="-342900">
              <a:defRPr sz="3400"/>
            </a:lvl4pPr>
            <a:lvl5pPr marL="1714500" indent="-342900">
              <a:defRPr sz="34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6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項目符號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內文層級一…"/>
          <p:cNvSpPr txBox="1">
            <a:spLocks noGrp="1"/>
          </p:cNvSpPr>
          <p:nvPr>
            <p:ph type="body" idx="1"/>
          </p:nvPr>
        </p:nvSpPr>
        <p:spPr>
          <a:xfrm>
            <a:off x="914400" y="685800"/>
            <a:ext cx="11176000" cy="8382000"/>
          </a:xfrm>
          <a:prstGeom prst="rect">
            <a:avLst/>
          </a:prstGeom>
        </p:spPr>
        <p:txBody>
          <a:bodyPr/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76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說明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影像"/>
          <p:cNvSpPr>
            <a:spLocks noGrp="1"/>
          </p:cNvSpPr>
          <p:nvPr>
            <p:ph type="pic" idx="13"/>
          </p:nvPr>
        </p:nvSpPr>
        <p:spPr>
          <a:xfrm>
            <a:off x="1016000" y="1219200"/>
            <a:ext cx="10985500" cy="55880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內文層級一…"/>
          <p:cNvSpPr txBox="1">
            <a:spLocks noGrp="1"/>
          </p:cNvSpPr>
          <p:nvPr>
            <p:ph type="body" sz="quarter" idx="1"/>
          </p:nvPr>
        </p:nvSpPr>
        <p:spPr>
          <a:xfrm>
            <a:off x="1016000" y="7200900"/>
            <a:ext cx="5207000" cy="6604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515151"/>
                </a:solidFill>
                <a:latin typeface="Bradley Hand ITC TT-Bold"/>
                <a:ea typeface="Bradley Hand ITC TT-Bold"/>
                <a:cs typeface="Bradley Hand ITC TT-Bold"/>
                <a:sym typeface="Bradley Hand ITC TT-Bold"/>
              </a:defRPr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一頁兩張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影像"/>
          <p:cNvSpPr>
            <a:spLocks noGrp="1"/>
          </p:cNvSpPr>
          <p:nvPr>
            <p:ph type="pic" sz="half" idx="13"/>
          </p:nvPr>
        </p:nvSpPr>
        <p:spPr>
          <a:xfrm>
            <a:off x="1015999" y="1176019"/>
            <a:ext cx="5261430" cy="73660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3" name="影像"/>
          <p:cNvSpPr>
            <a:spLocks noGrp="1"/>
          </p:cNvSpPr>
          <p:nvPr>
            <p:ph type="pic" sz="half" idx="14"/>
          </p:nvPr>
        </p:nvSpPr>
        <p:spPr>
          <a:xfrm>
            <a:off x="6743700" y="1181100"/>
            <a:ext cx="5257800" cy="736092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一頁三張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影像"/>
          <p:cNvSpPr>
            <a:spLocks noGrp="1"/>
          </p:cNvSpPr>
          <p:nvPr>
            <p:ph type="pic" sz="quarter" idx="13"/>
          </p:nvPr>
        </p:nvSpPr>
        <p:spPr>
          <a:xfrm>
            <a:off x="6743700" y="5207000"/>
            <a:ext cx="5257800" cy="34544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影像"/>
          <p:cNvSpPr>
            <a:spLocks noGrp="1"/>
          </p:cNvSpPr>
          <p:nvPr>
            <p:ph type="pic" sz="quarter" idx="14"/>
          </p:nvPr>
        </p:nvSpPr>
        <p:spPr>
          <a:xfrm>
            <a:off x="6743700" y="1282700"/>
            <a:ext cx="5257800" cy="34290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影像"/>
          <p:cNvSpPr>
            <a:spLocks noGrp="1"/>
          </p:cNvSpPr>
          <p:nvPr>
            <p:ph type="pic" sz="half" idx="15"/>
          </p:nvPr>
        </p:nvSpPr>
        <p:spPr>
          <a:xfrm>
            <a:off x="1011464" y="1277619"/>
            <a:ext cx="5270501" cy="7378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名言語錄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王大明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6731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–王大明</a:t>
            </a:r>
          </a:p>
        </p:txBody>
      </p:sp>
      <p:sp>
        <p:nvSpPr>
          <p:cNvPr id="112" name="「在此輸入名言語錄。」"/>
          <p:cNvSpPr txBox="1">
            <a:spLocks noGrp="1"/>
          </p:cNvSpPr>
          <p:nvPr>
            <p:ph type="body" sz="quarter" idx="14"/>
          </p:nvPr>
        </p:nvSpPr>
        <p:spPr>
          <a:xfrm>
            <a:off x="1270000" y="3841750"/>
            <a:ext cx="10464800" cy="8509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200"/>
            </a:lvl1pPr>
          </a:lstStyle>
          <a:p>
            <a:r>
              <a:t>「在此輸入名言語錄。」</a:t>
            </a:r>
          </a:p>
        </p:txBody>
      </p:sp>
      <p:sp>
        <p:nvSpPr>
          <p:cNvPr id="1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影像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>
            <a:spLocks noGrp="1"/>
          </p:cNvSpPr>
          <p:nvPr>
            <p:ph type="title"/>
          </p:nvPr>
        </p:nvSpPr>
        <p:spPr>
          <a:xfrm>
            <a:off x="914400" y="317500"/>
            <a:ext cx="11176000" cy="177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大標題文字</a:t>
            </a:r>
          </a:p>
        </p:txBody>
      </p:sp>
      <p:sp>
        <p:nvSpPr>
          <p:cNvPr id="3" name="內文層級一…"/>
          <p:cNvSpPr txBox="1">
            <a:spLocks noGrp="1"/>
          </p:cNvSpPr>
          <p:nvPr>
            <p:ph type="body" idx="1"/>
          </p:nvPr>
        </p:nvSpPr>
        <p:spPr>
          <a:xfrm>
            <a:off x="914400" y="2717800"/>
            <a:ext cx="11176000" cy="635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6324599" y="9118599"/>
            <a:ext cx="342901" cy="355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solidFill>
                  <a:srgbClr val="434343"/>
                </a:solidFill>
                <a:effectLst>
                  <a:outerShdw blurRad="25400" dist="23648" dir="16200000" rotWithShape="0">
                    <a:srgbClr val="000000">
                      <a:alpha val="20689"/>
                    </a:srgbClr>
                  </a:outerShdw>
                </a:effectLst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ln>
            <a:noFill/>
          </a:ln>
          <a:solidFill>
            <a:srgbClr val="817463"/>
          </a:solidFill>
          <a:uFillTx/>
          <a:latin typeface="+mj-lt"/>
          <a:ea typeface="+mj-ea"/>
          <a:cs typeface="+mj-cs"/>
          <a:sym typeface="Baskerville"/>
        </a:defRPr>
      </a:lvl9pPr>
    </p:titleStyle>
    <p:bodyStyle>
      <a:lvl1pPr marL="4191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1pPr>
      <a:lvl2pPr marL="8382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2pPr>
      <a:lvl3pPr marL="12573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3pPr>
      <a:lvl4pPr marL="16764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4pPr>
      <a:lvl5pPr marL="20955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5pPr>
      <a:lvl6pPr marL="25146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6pPr>
      <a:lvl7pPr marL="29337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7pPr>
      <a:lvl8pPr marL="33528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8pPr>
      <a:lvl9pPr marL="3771900" marR="0" indent="-419100" algn="l" defTabSz="584200" rtl="0" latinLnBrk="0">
        <a:lnSpc>
          <a:spcPct val="100000"/>
        </a:lnSpc>
        <a:spcBef>
          <a:spcPts val="38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ln>
            <a:noFill/>
          </a:ln>
          <a:solidFill>
            <a:srgbClr val="72675A"/>
          </a:solidFill>
          <a:uFillTx/>
          <a:latin typeface="+mj-lt"/>
          <a:ea typeface="+mj-ea"/>
          <a:cs typeface="+mj-cs"/>
          <a:sym typeface="Baskervill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effectLst>
            <a:outerShdw blurRad="25400" dist="23648" dir="16200000" rotWithShape="0">
              <a:srgbClr val="000000">
                <a:alpha val="20689"/>
              </a:srgbClr>
            </a:outerShdw>
          </a:effectLst>
          <a:uFillTx/>
          <a:latin typeface="+mn-lt"/>
          <a:ea typeface="+mn-ea"/>
          <a:cs typeface="+mn-cs"/>
          <a:sym typeface="Baskervill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hyperlink" Target="https://desktop.github.com/" TargetMode="External"/><Relationship Id="rId4" Type="http://schemas.openxmlformats.org/officeDocument/2006/relationships/hyperlink" Target="https://git-scm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home-screenshot-mac-lg-2x.png" descr="home-screenshot-mac-lg-2x.png"/>
          <p:cNvPicPr>
            <a:picLocks noGrp="1"/>
          </p:cNvPicPr>
          <p:nvPr>
            <p:ph type="pic" idx="13"/>
          </p:nvPr>
        </p:nvPicPr>
        <p:blipFill>
          <a:blip r:embed="rId2"/>
          <a:stretch>
            <a:fillRect/>
          </a:stretch>
        </p:blipFill>
        <p:spPr>
          <a:xfrm>
            <a:off x="2422673" y="1409699"/>
            <a:ext cx="8489653" cy="5080001"/>
          </a:xfrm>
          <a:prstGeom prst="rect">
            <a:avLst/>
          </a:prstGeom>
        </p:spPr>
      </p:pic>
      <p:sp>
        <p:nvSpPr>
          <p:cNvPr id="138" name="Visual Studio Co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r>
              <a:t>Visual Studio Code</a:t>
            </a:r>
          </a:p>
        </p:txBody>
      </p:sp>
      <p:sp>
        <p:nvSpPr>
          <p:cNvPr id="139" name="https://code.visualstudio.com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https://code.visualstudio.com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螢幕快照 2018-09-05 下午12.48.47.png" descr="螢幕快照 2018-09-05 下午12.48.47.png"/>
          <p:cNvPicPr>
            <a:picLocks noGrp="1"/>
          </p:cNvPicPr>
          <p:nvPr>
            <p:ph type="pic" idx="13"/>
          </p:nvPr>
        </p:nvPicPr>
        <p:blipFill>
          <a:blip r:embed="rId2"/>
          <a:stretch>
            <a:fillRect/>
          </a:stretch>
        </p:blipFill>
        <p:spPr>
          <a:xfrm>
            <a:off x="4709667" y="2535996"/>
            <a:ext cx="8174086" cy="6163538"/>
          </a:xfrm>
          <a:prstGeom prst="rect">
            <a:avLst/>
          </a:prstGeom>
        </p:spPr>
      </p:pic>
      <p:sp>
        <p:nvSpPr>
          <p:cNvPr id="142" name="Get Start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Get Started</a:t>
            </a:r>
          </a:p>
        </p:txBody>
      </p:sp>
      <p:sp>
        <p:nvSpPr>
          <p:cNvPr id="143" name="視窗/歡迎使用…"/>
          <p:cNvSpPr txBox="1">
            <a:spLocks noGrp="1"/>
          </p:cNvSpPr>
          <p:nvPr>
            <p:ph type="body" sz="quarter" idx="1"/>
          </p:nvPr>
        </p:nvSpPr>
        <p:spPr>
          <a:xfrm>
            <a:off x="914400" y="2705100"/>
            <a:ext cx="3795267" cy="6019800"/>
          </a:xfrm>
          <a:prstGeom prst="rect">
            <a:avLst/>
          </a:prstGeom>
        </p:spPr>
        <p:txBody>
          <a:bodyPr anchor="t"/>
          <a:lstStyle/>
          <a:p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視窗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歡迎使用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75334" lvl="1" indent="-356234">
              <a:buSzPct val="35000"/>
              <a:buBlip>
                <a:blip r:embed="rId3"/>
              </a:buBlip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安裝語言套件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75334" lvl="1" indent="-356234">
              <a:buSzPct val="35000"/>
              <a:buBlip>
                <a:blip r:embed="rId3"/>
              </a:buBlip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設定快捷鍵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775334" lvl="1" indent="-356234">
              <a:buSzPct val="35000"/>
              <a:buBlip>
                <a:blip r:embed="rId3"/>
              </a:buBlip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佈景主題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預設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Dark+)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圓角矩形圖說文字 2">
            <a:extLst>
              <a:ext uri="{FF2B5EF4-FFF2-40B4-BE49-F238E27FC236}">
                <a16:creationId xmlns:a16="http://schemas.microsoft.com/office/drawing/2014/main" id="{4B63DE94-ABD3-634E-993C-47B5BB8DFF67}"/>
              </a:ext>
            </a:extLst>
          </p:cNvPr>
          <p:cNvSpPr/>
          <p:nvPr/>
        </p:nvSpPr>
        <p:spPr>
          <a:xfrm>
            <a:off x="5804226" y="1778229"/>
            <a:ext cx="2999873" cy="726440"/>
          </a:xfrm>
          <a:prstGeom prst="wedgeRoundRectCallout">
            <a:avLst>
              <a:gd name="adj1" fmla="val -68960"/>
              <a:gd name="adj2" fmla="val 124425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TW" altLang="en-US" dirty="0">
                <a:latin typeface="Heiti SC Medium" pitchFamily="2" charset="-128"/>
                <a:ea typeface="Heiti SC Medium" pitchFamily="2" charset="-128"/>
              </a:rPr>
              <a:t>開啟資料夾</a:t>
            </a:r>
            <a:endParaRPr kumimoji="0" lang="zh-TW" altLang="en-US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Baskerville"/>
            </a:endParaRPr>
          </a:p>
        </p:txBody>
      </p:sp>
      <p:sp>
        <p:nvSpPr>
          <p:cNvPr id="12" name="圓角矩形圖說文字 11">
            <a:extLst>
              <a:ext uri="{FF2B5EF4-FFF2-40B4-BE49-F238E27FC236}">
                <a16:creationId xmlns:a16="http://schemas.microsoft.com/office/drawing/2014/main" id="{F5826C63-40FC-7A4D-B05A-7586B8E391F0}"/>
              </a:ext>
            </a:extLst>
          </p:cNvPr>
          <p:cNvSpPr/>
          <p:nvPr/>
        </p:nvSpPr>
        <p:spPr>
          <a:xfrm>
            <a:off x="5804226" y="2655221"/>
            <a:ext cx="2999873" cy="726440"/>
          </a:xfrm>
          <a:prstGeom prst="wedgeRoundRectCallout">
            <a:avLst>
              <a:gd name="adj1" fmla="val -68426"/>
              <a:gd name="adj2" fmla="val 60384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TW" altLang="en-US" dirty="0">
                <a:latin typeface="Heiti SC Medium" pitchFamily="2" charset="-128"/>
                <a:ea typeface="Heiti SC Medium" pitchFamily="2" charset="-128"/>
              </a:rPr>
              <a:t>跨檔搜尋</a:t>
            </a:r>
            <a:endParaRPr kumimoji="0" lang="zh-TW" altLang="en-US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Baskerville"/>
            </a:endParaRPr>
          </a:p>
        </p:txBody>
      </p:sp>
      <p:sp>
        <p:nvSpPr>
          <p:cNvPr id="13" name="圓角矩形圖說文字 12">
            <a:extLst>
              <a:ext uri="{FF2B5EF4-FFF2-40B4-BE49-F238E27FC236}">
                <a16:creationId xmlns:a16="http://schemas.microsoft.com/office/drawing/2014/main" id="{5C3C6B90-C26C-E949-BF40-697348E6BFF5}"/>
              </a:ext>
            </a:extLst>
          </p:cNvPr>
          <p:cNvSpPr/>
          <p:nvPr/>
        </p:nvSpPr>
        <p:spPr>
          <a:xfrm>
            <a:off x="5804225" y="3556230"/>
            <a:ext cx="3795267" cy="726440"/>
          </a:xfrm>
          <a:prstGeom prst="wedgeRoundRectCallout">
            <a:avLst>
              <a:gd name="adj1" fmla="val -68961"/>
              <a:gd name="adj2" fmla="val 760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TW" altLang="en-US" dirty="0">
                <a:latin typeface="Heiti SC Medium" pitchFamily="2" charset="-128"/>
                <a:ea typeface="Heiti SC Medium" pitchFamily="2" charset="-128"/>
              </a:rPr>
              <a:t>原始檔版本控制</a:t>
            </a:r>
            <a:endParaRPr kumimoji="0" lang="zh-TW" altLang="en-US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Baskerville"/>
            </a:endParaRPr>
          </a:p>
        </p:txBody>
      </p:sp>
      <p:sp>
        <p:nvSpPr>
          <p:cNvPr id="15" name="圓角矩形圖說文字 14">
            <a:extLst>
              <a:ext uri="{FF2B5EF4-FFF2-40B4-BE49-F238E27FC236}">
                <a16:creationId xmlns:a16="http://schemas.microsoft.com/office/drawing/2014/main" id="{684E8A19-B422-9541-997F-143730003DCF}"/>
              </a:ext>
            </a:extLst>
          </p:cNvPr>
          <p:cNvSpPr/>
          <p:nvPr/>
        </p:nvSpPr>
        <p:spPr>
          <a:xfrm>
            <a:off x="5796836" y="4500433"/>
            <a:ext cx="2999873" cy="726440"/>
          </a:xfrm>
          <a:prstGeom prst="wedgeRoundRectCallout">
            <a:avLst>
              <a:gd name="adj1" fmla="val -68961"/>
              <a:gd name="adj2" fmla="val -61074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TW" altLang="en-US" dirty="0">
                <a:latin typeface="Heiti SC Medium" pitchFamily="2" charset="-128"/>
                <a:ea typeface="Heiti SC Medium" pitchFamily="2" charset="-128"/>
              </a:rPr>
              <a:t>除 錯</a:t>
            </a:r>
          </a:p>
        </p:txBody>
      </p:sp>
      <p:sp>
        <p:nvSpPr>
          <p:cNvPr id="16" name="圓角矩形圖說文字 15">
            <a:extLst>
              <a:ext uri="{FF2B5EF4-FFF2-40B4-BE49-F238E27FC236}">
                <a16:creationId xmlns:a16="http://schemas.microsoft.com/office/drawing/2014/main" id="{0E281483-925B-E24E-AD24-726755DE8702}"/>
              </a:ext>
            </a:extLst>
          </p:cNvPr>
          <p:cNvSpPr/>
          <p:nvPr/>
        </p:nvSpPr>
        <p:spPr>
          <a:xfrm>
            <a:off x="5820267" y="5398248"/>
            <a:ext cx="2999873" cy="726440"/>
          </a:xfrm>
          <a:prstGeom prst="wedgeRoundRectCallout">
            <a:avLst>
              <a:gd name="adj1" fmla="val -71100"/>
              <a:gd name="adj2" fmla="val -131740"/>
              <a:gd name="adj3" fmla="val 16667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TW" altLang="en-US" dirty="0">
                <a:latin typeface="Heiti SC Medium" pitchFamily="2" charset="-128"/>
                <a:ea typeface="Heiti SC Medium" pitchFamily="2" charset="-128"/>
              </a:rPr>
              <a:t>擴充套件</a:t>
            </a:r>
            <a:endParaRPr kumimoji="0" lang="zh-TW" altLang="en-US" sz="36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j-lt"/>
              <a:ea typeface="+mj-ea"/>
              <a:cs typeface="+mj-cs"/>
              <a:sym typeface="Baskerville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med" advClick="1" p14:dur="1000">
        <p:wipe dir="l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hero.png" descr="hero.png"/>
          <p:cNvPicPr>
            <a:picLocks noGrp="1"/>
          </p:cNvPicPr>
          <p:nvPr>
            <p:ph type="pic" idx="13"/>
          </p:nvPr>
        </p:nvPicPr>
        <p:blipFill>
          <a:blip r:embed="rId2"/>
          <a:stretch>
            <a:fillRect/>
          </a:stretch>
        </p:blipFill>
        <p:spPr>
          <a:xfrm>
            <a:off x="863599" y="1215181"/>
            <a:ext cx="11588953" cy="7887592"/>
          </a:xfrm>
          <a:prstGeom prst="rect">
            <a:avLst/>
          </a:prstGeom>
        </p:spPr>
      </p:pic>
      <p:sp>
        <p:nvSpPr>
          <p:cNvPr id="151" name="layout"/>
          <p:cNvSpPr txBox="1">
            <a:spLocks noGrp="1"/>
          </p:cNvSpPr>
          <p:nvPr>
            <p:ph type="body" sz="quarter" idx="1"/>
          </p:nvPr>
        </p:nvSpPr>
        <p:spPr>
          <a:xfrm>
            <a:off x="749300" y="304800"/>
            <a:ext cx="5207000" cy="660400"/>
          </a:xfrm>
          <a:prstGeom prst="rect">
            <a:avLst/>
          </a:prstGeom>
        </p:spPr>
        <p:txBody>
          <a:bodyPr/>
          <a:lstStyle>
            <a:lvl1pPr defTabSz="508254">
              <a:defRPr sz="3567"/>
            </a:lvl1pPr>
          </a:lstStyle>
          <a:p>
            <a:r>
              <a:t>layout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med" advClick="1" p14:dur="1000">
        <p:wipe dir="l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Basic Edi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Basic Editing</a:t>
            </a:r>
          </a:p>
        </p:txBody>
      </p:sp>
      <p:sp>
        <p:nvSpPr>
          <p:cNvPr id="154" name="快捷鍵(常用的要記住)…"/>
          <p:cNvSpPr txBox="1">
            <a:spLocks noGrp="1"/>
          </p:cNvSpPr>
          <p:nvPr>
            <p:ph type="body" idx="1"/>
          </p:nvPr>
        </p:nvSpPr>
        <p:spPr>
          <a:xfrm>
            <a:off x="698500" y="2603500"/>
            <a:ext cx="11176000" cy="6350000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400"/>
              </a:spcBef>
            </a:pPr>
            <a:r>
              <a:rPr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快捷鍵(常用的要記住)</a:t>
            </a:r>
          </a:p>
          <a:p>
            <a:pPr>
              <a:spcBef>
                <a:spcPts val="400"/>
              </a:spcBef>
            </a:pPr>
            <a:r>
              <a:rPr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Multiple selections (multi-cursor) 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Ctl+Alt+↓ / Ctl+Alt+↑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Ctl+D</a:t>
            </a:r>
          </a:p>
          <a:p>
            <a:pPr>
              <a:spcBef>
                <a:spcPts val="400"/>
              </a:spcBef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spcBef>
                <a:spcPts val="400"/>
              </a:spcBef>
            </a:pPr>
            <a:endParaRPr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spcBef>
                <a:spcPts val="400"/>
              </a:spcBef>
            </a:pPr>
            <a:r>
              <a:rPr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Formatting (格式化文件)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Shift+Alt+F (全部格式化)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Ctl+K Ctl+F (格式化選取部份)</a:t>
            </a:r>
          </a:p>
        </p:txBody>
      </p:sp>
      <p:pic>
        <p:nvPicPr>
          <p:cNvPr id="155" name="multicursor.gif" descr="multicursor.gif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746527" y="4191396"/>
            <a:ext cx="5676901" cy="2311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med" advClick="1" p14:dur="1000">
        <p:wipe dir="l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IntelliSen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IntelliSense</a:t>
            </a:r>
          </a:p>
        </p:txBody>
      </p:sp>
      <p:sp>
        <p:nvSpPr>
          <p:cNvPr id="158" name="自動完成(依附檔名決定語言種類)…"/>
          <p:cNvSpPr txBox="1">
            <a:spLocks noGrp="1"/>
          </p:cNvSpPr>
          <p:nvPr>
            <p:ph type="body" idx="1"/>
          </p:nvPr>
        </p:nvSpPr>
        <p:spPr>
          <a:xfrm>
            <a:off x="698500" y="2603500"/>
            <a:ext cx="11176000" cy="6350000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400"/>
              </a:spcBef>
            </a:pPr>
            <a:r>
              <a:rPr dirty="0" err="1"/>
              <a:t>自動完成</a:t>
            </a:r>
            <a:r>
              <a:rPr dirty="0"/>
              <a:t>(</a:t>
            </a:r>
            <a:r>
              <a:rPr dirty="0" err="1"/>
              <a:t>依附檔名決定語言種類</a:t>
            </a:r>
            <a:r>
              <a:rPr dirty="0"/>
              <a:t>)</a:t>
            </a:r>
          </a:p>
          <a:p>
            <a:pPr>
              <a:spcBef>
                <a:spcPts val="400"/>
              </a:spcBef>
            </a:pPr>
            <a:r>
              <a:rPr dirty="0" err="1"/>
              <a:t>內建支援HTML、CSS、J</a:t>
            </a:r>
            <a:r>
              <a:rPr lang="en-US" dirty="0" err="1"/>
              <a:t>avascript</a:t>
            </a:r>
            <a:endParaRPr dirty="0"/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dirty="0"/>
              <a:t> </a:t>
            </a:r>
            <a:r>
              <a:rPr b="1" dirty="0"/>
              <a:t>html tags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dirty="0"/>
              <a:t> html:5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dirty="0"/>
              <a:t> lorem</a:t>
            </a:r>
            <a:endParaRPr lang="en-US" altLang="zh-TW" dirty="0"/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lang="en-US" altLang="zh-TW" dirty="0"/>
              <a:t>div&gt;h1+ul&gt;li*5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lang="en-US" altLang="zh-TW" dirty="0"/>
              <a:t>div# </a:t>
            </a:r>
            <a:r>
              <a:rPr lang="zh-TW" altLang="en-US" dirty="0"/>
              <a:t>輸入</a:t>
            </a:r>
            <a:r>
              <a:rPr lang="en-US" altLang="zh-TW" dirty="0"/>
              <a:t>id:</a:t>
            </a:r>
            <a:r>
              <a:rPr lang="zh-TW" altLang="en-US" dirty="0"/>
              <a:t> </a:t>
            </a:r>
            <a:r>
              <a:rPr lang="en-US" altLang="zh-TW" dirty="0"/>
              <a:t>block1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lang="en-US" altLang="zh-TW" dirty="0"/>
              <a:t>div.</a:t>
            </a:r>
            <a:r>
              <a:rPr lang="zh-TW" altLang="en-US" dirty="0"/>
              <a:t> 輸入</a:t>
            </a:r>
            <a:r>
              <a:rPr lang="en-US" altLang="zh-TW"/>
              <a:t>class: design</a:t>
            </a:r>
            <a:endParaRPr lang="en-US" altLang="zh-TW" dirty="0"/>
          </a:p>
          <a:p>
            <a:pPr>
              <a:spcBef>
                <a:spcPts val="400"/>
              </a:spcBef>
              <a:buSzPct val="35000"/>
              <a:buFont typeface="Wingdings" pitchFamily="2" charset="2"/>
              <a:buChar char="l"/>
            </a:pPr>
            <a:r>
              <a:rPr lang="en-US" altLang="zh-TW" dirty="0"/>
              <a:t>Python</a:t>
            </a:r>
            <a:r>
              <a:rPr lang="zh-TW" altLang="en-US" dirty="0"/>
              <a:t>、</a:t>
            </a:r>
            <a:r>
              <a:rPr lang="en-US" altLang="zh-TW" dirty="0"/>
              <a:t>C++</a:t>
            </a:r>
            <a:r>
              <a:rPr lang="zh-TW" altLang="en-US" dirty="0"/>
              <a:t>等等程式語言</a:t>
            </a:r>
            <a:r>
              <a:rPr lang="en-US" altLang="zh-TW" dirty="0"/>
              <a:t>(</a:t>
            </a:r>
            <a:r>
              <a:rPr lang="zh-TW" altLang="en-US" dirty="0"/>
              <a:t>需另裝模組</a:t>
            </a:r>
            <a:r>
              <a:rPr lang="en-US" altLang="zh-TW" dirty="0"/>
              <a:t>)</a:t>
            </a:r>
          </a:p>
          <a:p>
            <a:pPr>
              <a:spcBef>
                <a:spcPts val="400"/>
              </a:spcBef>
              <a:buSzPct val="35000"/>
              <a:buFont typeface="Wingdings" pitchFamily="2" charset="2"/>
              <a:buChar char="l"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med" advClick="1" p14:dur="1000">
        <p:wipe dir="l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Emmet"/>
          <p:cNvSpPr txBox="1">
            <a:spLocks noGrp="1"/>
          </p:cNvSpPr>
          <p:nvPr>
            <p:ph type="title"/>
          </p:nvPr>
        </p:nvSpPr>
        <p:spPr>
          <a:xfrm>
            <a:off x="914400" y="410489"/>
            <a:ext cx="11176000" cy="1778000"/>
          </a:xfrm>
          <a:prstGeom prst="rect">
            <a:avLst/>
          </a:prstGeom>
        </p:spPr>
        <p:txBody>
          <a:bodyPr/>
          <a:lstStyle/>
          <a:p>
            <a:r>
              <a:t>Emmet</a:t>
            </a:r>
          </a:p>
        </p:txBody>
      </p:sp>
      <p:sp>
        <p:nvSpPr>
          <p:cNvPr id="172" name="快速源碼產生…"/>
          <p:cNvSpPr txBox="1">
            <a:spLocks noGrp="1"/>
          </p:cNvSpPr>
          <p:nvPr>
            <p:ph type="body" idx="1"/>
          </p:nvPr>
        </p:nvSpPr>
        <p:spPr>
          <a:xfrm>
            <a:off x="698500" y="2603500"/>
            <a:ext cx="11176000" cy="6350000"/>
          </a:xfrm>
          <a:prstGeom prst="rect">
            <a:avLst/>
          </a:prstGeom>
        </p:spPr>
        <p:txBody>
          <a:bodyPr anchor="t"/>
          <a:lstStyle>
            <a:lvl1pPr>
              <a:spcBef>
                <a:spcPts val="400"/>
              </a:spcBef>
            </a:lvl1pPr>
            <a:lvl2pPr>
              <a:spcBef>
                <a:spcPts val="400"/>
              </a:spcBef>
              <a:buSzPct val="35000"/>
              <a:buBlip>
                <a:blip r:embed="rId2"/>
              </a:buBlip>
              <a:defRPr sz="3300"/>
            </a:lvl2pPr>
          </a:lstStyle>
          <a:p>
            <a:r>
              <a:rPr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快速源碼產生</a:t>
            </a:r>
          </a:p>
          <a:p>
            <a:pPr lvl="1"/>
            <a:r>
              <a:rPr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內建html, css</a:t>
            </a:r>
          </a:p>
        </p:txBody>
      </p:sp>
      <p:pic>
        <p:nvPicPr>
          <p:cNvPr id="173" name="emmet.gif" descr="emmet.gif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45778" y="4259907"/>
            <a:ext cx="9067801" cy="3467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med" advClick="1" p14:dur="1000">
        <p:wipe dir="l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rogram Langu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Program Language</a:t>
            </a:r>
          </a:p>
        </p:txBody>
      </p:sp>
      <p:sp>
        <p:nvSpPr>
          <p:cNvPr id="161" name="Code Navigation…"/>
          <p:cNvSpPr txBox="1">
            <a:spLocks noGrp="1"/>
          </p:cNvSpPr>
          <p:nvPr>
            <p:ph type="body" idx="1"/>
          </p:nvPr>
        </p:nvSpPr>
        <p:spPr>
          <a:xfrm>
            <a:off x="698500" y="2603500"/>
            <a:ext cx="11176000" cy="6350000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400"/>
              </a:spcBef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Code Navigation 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找尋變數宣告位置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類別定義位置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括弧自動比對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spcBef>
                <a:spcPts val="400"/>
              </a:spcBef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Refactoring 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將選取程式段轉成全域函式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重新命名變數、函式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med" advClick="1" p14:dur="1000">
        <p:wipe dir="l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Debugg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Debugging</a:t>
            </a:r>
          </a:p>
        </p:txBody>
      </p:sp>
      <p:sp>
        <p:nvSpPr>
          <p:cNvPr id="164" name="內建Node.js除錯套件…"/>
          <p:cNvSpPr txBox="1">
            <a:spLocks noGrp="1"/>
          </p:cNvSpPr>
          <p:nvPr>
            <p:ph type="body" sz="quarter" idx="1"/>
          </p:nvPr>
        </p:nvSpPr>
        <p:spPr>
          <a:xfrm>
            <a:off x="698500" y="7175500"/>
            <a:ext cx="11176000" cy="1778000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400"/>
              </a:spcBef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內建Node.js除錯套件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需安裝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NodeJS)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spcBef>
                <a:spcPts val="400"/>
              </a:spcBef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需另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安裝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模組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C/C++, Chrome(JS), C#</a:t>
            </a:r>
          </a:p>
        </p:txBody>
      </p:sp>
      <p:pic>
        <p:nvPicPr>
          <p:cNvPr id="165" name="debugging_hero.png" descr="debuggin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1758950"/>
            <a:ext cx="9525000" cy="5346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med" advClick="1" p14:dur="1000">
        <p:wipe dir="l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Version Contro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Version Control</a:t>
            </a:r>
          </a:p>
        </p:txBody>
      </p:sp>
      <p:sp>
        <p:nvSpPr>
          <p:cNvPr id="168" name="內建Git源碼控制管理(SCM)…"/>
          <p:cNvSpPr txBox="1">
            <a:spLocks noGrp="1"/>
          </p:cNvSpPr>
          <p:nvPr>
            <p:ph type="body" idx="1"/>
          </p:nvPr>
        </p:nvSpPr>
        <p:spPr>
          <a:xfrm>
            <a:off x="698500" y="2603500"/>
            <a:ext cx="11176000" cy="6350000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400"/>
              </a:spcBef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內建Git源碼控制管理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(SCM)</a:t>
            </a: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  <a:defRPr sz="3300"/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版本控制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spcBef>
                <a:spcPts val="400"/>
              </a:spcBef>
              <a:buSzPct val="35000"/>
              <a:buBlip>
                <a:blip r:embed="rId2"/>
              </a:buBlip>
              <a:defRPr sz="3300"/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協同開發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spcBef>
                <a:spcPts val="400"/>
              </a:spcBef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需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安裝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下列其中一項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</a:p>
        </p:txBody>
      </p:sp>
      <p:pic>
        <p:nvPicPr>
          <p:cNvPr id="1026" name="Picture 2" descr="Git">
            <a:extLst>
              <a:ext uri="{FF2B5EF4-FFF2-40B4-BE49-F238E27FC236}">
                <a16:creationId xmlns:a16="http://schemas.microsoft.com/office/drawing/2014/main" id="{A4900DC7-0844-DD42-B6DB-09C30E689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029" y="5778500"/>
            <a:ext cx="13970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1CC1702-CFDA-B14C-A46F-9913D4F0F3E2}"/>
              </a:ext>
            </a:extLst>
          </p:cNvPr>
          <p:cNvSpPr/>
          <p:nvPr/>
        </p:nvSpPr>
        <p:spPr>
          <a:xfrm>
            <a:off x="3842828" y="5727033"/>
            <a:ext cx="68210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hlinkClick r:id="rId4"/>
              </a:rPr>
              <a:t>https://git-scm.com/</a:t>
            </a:r>
            <a:r>
              <a:rPr lang="zh-TW" altLang="en-US" dirty="0"/>
              <a:t> </a:t>
            </a:r>
            <a:r>
              <a:rPr lang="en-US" altLang="zh-TW" dirty="0"/>
              <a:t>(4419</a:t>
            </a:r>
            <a:r>
              <a:rPr lang="zh-TW" altLang="en-US" dirty="0"/>
              <a:t>已安裝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791ADB-217B-3143-8D42-A70DE714416A}"/>
              </a:ext>
            </a:extLst>
          </p:cNvPr>
          <p:cNvSpPr/>
          <p:nvPr/>
        </p:nvSpPr>
        <p:spPr>
          <a:xfrm>
            <a:off x="3626928" y="6886315"/>
            <a:ext cx="8463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5"/>
              </a:rPr>
              <a:t>https://desktop.github.com/</a:t>
            </a:r>
            <a:r>
              <a:rPr lang="en-US" altLang="zh-TW" dirty="0"/>
              <a:t> (4212</a:t>
            </a:r>
            <a:r>
              <a:rPr lang="zh-TW" altLang="en-US" dirty="0"/>
              <a:t>已安裝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1034" name="Picture 10" descr="「github desktop LOGO」的圖片搜尋結果">
            <a:extLst>
              <a:ext uri="{FF2B5EF4-FFF2-40B4-BE49-F238E27FC236}">
                <a16:creationId xmlns:a16="http://schemas.microsoft.com/office/drawing/2014/main" id="{D0365D78-A01D-EE4E-B105-4AB9F6AC8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894" y="6704230"/>
            <a:ext cx="979269" cy="979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med" advClick="1" p14:dur="1000">
        <p:wipe dir="l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FC85F-C57A-9C7C-E31F-570B50C5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Github</a:t>
            </a:r>
          </a:p>
        </p:txBody>
      </p:sp>
      <p:pic>
        <p:nvPicPr>
          <p:cNvPr id="4" name="圖片 5" descr="skd188257sdc.png">
            <a:extLst>
              <a:ext uri="{FF2B5EF4-FFF2-40B4-BE49-F238E27FC236}">
                <a16:creationId xmlns:a16="http://schemas.microsoft.com/office/drawing/2014/main" id="{BC946550-3E0F-5F22-E832-CE2B09A50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561" y="5892800"/>
            <a:ext cx="1523319" cy="141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雲形 5">
            <a:extLst>
              <a:ext uri="{FF2B5EF4-FFF2-40B4-BE49-F238E27FC236}">
                <a16:creationId xmlns:a16="http://schemas.microsoft.com/office/drawing/2014/main" id="{34742A90-75DB-1B26-09A5-FC15C6529320}"/>
              </a:ext>
            </a:extLst>
          </p:cNvPr>
          <p:cNvSpPr/>
          <p:nvPr/>
        </p:nvSpPr>
        <p:spPr>
          <a:xfrm>
            <a:off x="5290211" y="3897443"/>
            <a:ext cx="2384753" cy="1309006"/>
          </a:xfrm>
          <a:prstGeom prst="cloud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</a:rPr>
              <a:t>Internet</a:t>
            </a:r>
            <a:endParaRPr kumimoji="1" lang="zh-TW" altLang="en-US" dirty="0">
              <a:solidFill>
                <a:schemeClr val="accent2"/>
              </a:solidFill>
            </a:endParaRPr>
          </a:p>
        </p:txBody>
      </p:sp>
      <p:sp>
        <p:nvSpPr>
          <p:cNvPr id="8" name="圓柱 4">
            <a:extLst>
              <a:ext uri="{FF2B5EF4-FFF2-40B4-BE49-F238E27FC236}">
                <a16:creationId xmlns:a16="http://schemas.microsoft.com/office/drawing/2014/main" id="{3D5AC087-748A-7967-862D-3942C9F70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88" y="3138707"/>
            <a:ext cx="2384752" cy="1778000"/>
          </a:xfrm>
          <a:prstGeom prst="can">
            <a:avLst>
              <a:gd name="adj" fmla="val 24997"/>
            </a:avLst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4200">
                <a:solidFill>
                  <a:srgbClr val="424D43"/>
                </a:solidFill>
                <a:latin typeface="Palatino" pitchFamily="2" charset="0"/>
                <a:ea typeface="儷宋 Pro" panose="02020300000000000000" pitchFamily="18" charset="-120"/>
                <a:sym typeface="Palatino" pitchFamily="2" charset="0"/>
              </a:defRPr>
            </a:lvl1pPr>
            <a:lvl2pPr marL="742950" indent="-285750" algn="ctr">
              <a:defRPr sz="4200">
                <a:solidFill>
                  <a:srgbClr val="424D43"/>
                </a:solidFill>
                <a:latin typeface="Palatino" pitchFamily="2" charset="0"/>
                <a:ea typeface="儷宋 Pro" panose="02020300000000000000" pitchFamily="18" charset="-120"/>
                <a:sym typeface="Palatino" pitchFamily="2" charset="0"/>
              </a:defRPr>
            </a:lvl2pPr>
            <a:lvl3pPr marL="1143000" indent="-228600" algn="ctr">
              <a:defRPr sz="4200">
                <a:solidFill>
                  <a:srgbClr val="424D43"/>
                </a:solidFill>
                <a:latin typeface="Palatino" pitchFamily="2" charset="0"/>
                <a:ea typeface="儷宋 Pro" panose="02020300000000000000" pitchFamily="18" charset="-120"/>
                <a:sym typeface="Palatino" pitchFamily="2" charset="0"/>
              </a:defRPr>
            </a:lvl3pPr>
            <a:lvl4pPr marL="1600200" indent="-228600" algn="ctr">
              <a:defRPr sz="4200">
                <a:solidFill>
                  <a:srgbClr val="424D43"/>
                </a:solidFill>
                <a:latin typeface="Palatino" pitchFamily="2" charset="0"/>
                <a:ea typeface="儷宋 Pro" panose="02020300000000000000" pitchFamily="18" charset="-120"/>
                <a:sym typeface="Palatino" pitchFamily="2" charset="0"/>
              </a:defRPr>
            </a:lvl4pPr>
            <a:lvl5pPr marL="2057400" indent="-228600" algn="ctr">
              <a:defRPr sz="4200">
                <a:solidFill>
                  <a:srgbClr val="424D43"/>
                </a:solidFill>
                <a:latin typeface="Palatino" pitchFamily="2" charset="0"/>
                <a:ea typeface="儷宋 Pro" panose="02020300000000000000" pitchFamily="18" charset="-120"/>
                <a:sym typeface="Palatino" pitchFamily="2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424D43"/>
                </a:solidFill>
                <a:latin typeface="Palatino" pitchFamily="2" charset="0"/>
                <a:ea typeface="儷宋 Pro" panose="02020300000000000000" pitchFamily="18" charset="-120"/>
                <a:sym typeface="Palatino" pitchFamily="2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424D43"/>
                </a:solidFill>
                <a:latin typeface="Palatino" pitchFamily="2" charset="0"/>
                <a:ea typeface="儷宋 Pro" panose="02020300000000000000" pitchFamily="18" charset="-120"/>
                <a:sym typeface="Palatino" pitchFamily="2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424D43"/>
                </a:solidFill>
                <a:latin typeface="Palatino" pitchFamily="2" charset="0"/>
                <a:ea typeface="儷宋 Pro" panose="02020300000000000000" pitchFamily="18" charset="-120"/>
                <a:sym typeface="Palatino" pitchFamily="2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424D43"/>
                </a:solidFill>
                <a:latin typeface="Palatino" pitchFamily="2" charset="0"/>
                <a:ea typeface="儷宋 Pro" panose="02020300000000000000" pitchFamily="18" charset="-120"/>
                <a:sym typeface="Palatino" pitchFamily="2" charset="0"/>
              </a:defRPr>
            </a:lvl9pPr>
          </a:lstStyle>
          <a:p>
            <a:pPr eaLnBrk="1" hangingPunct="1"/>
            <a:r>
              <a:rPr lang="en-US" altLang="zh-TW" sz="1800" dirty="0" err="1"/>
              <a:t>Github</a:t>
            </a:r>
            <a:endParaRPr lang="zh-TW" altLang="en-US" sz="1800" dirty="0"/>
          </a:p>
        </p:txBody>
      </p:sp>
      <p:pic>
        <p:nvPicPr>
          <p:cNvPr id="9" name="Picture 2" descr="Git">
            <a:extLst>
              <a:ext uri="{FF2B5EF4-FFF2-40B4-BE49-F238E27FC236}">
                <a16:creationId xmlns:a16="http://schemas.microsoft.com/office/drawing/2014/main" id="{7700C025-04FD-8676-EF35-3399D4E70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151" y="5763510"/>
            <a:ext cx="1397000" cy="58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曲線接點 16">
            <a:extLst>
              <a:ext uri="{FF2B5EF4-FFF2-40B4-BE49-F238E27FC236}">
                <a16:creationId xmlns:a16="http://schemas.microsoft.com/office/drawing/2014/main" id="{FAFB6105-1234-3622-108B-52395A2C51E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509220" y="4027704"/>
            <a:ext cx="5829654" cy="257028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FF0000">
                <a:alpha val="29803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4" name="Picture 10" descr="「github desktop LOGO」的圖片搜尋結果">
            <a:extLst>
              <a:ext uri="{FF2B5EF4-FFF2-40B4-BE49-F238E27FC236}">
                <a16:creationId xmlns:a16="http://schemas.microsoft.com/office/drawing/2014/main" id="{1A1E03E4-3465-8A92-D490-67F08C920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156" y="5858075"/>
            <a:ext cx="979269" cy="979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2166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Version Contro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Version Control</a:t>
            </a:r>
          </a:p>
        </p:txBody>
      </p:sp>
      <p:sp>
        <p:nvSpPr>
          <p:cNvPr id="168" name="內建Git源碼控制管理(SCM)…"/>
          <p:cNvSpPr txBox="1">
            <a:spLocks noGrp="1"/>
          </p:cNvSpPr>
          <p:nvPr>
            <p:ph type="body" idx="1"/>
          </p:nvPr>
        </p:nvSpPr>
        <p:spPr>
          <a:xfrm>
            <a:off x="698500" y="2309247"/>
            <a:ext cx="11176000" cy="664425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>
              <a:spcBef>
                <a:spcPts val="400"/>
              </a:spcBef>
            </a:pP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申請</a:t>
            </a:r>
            <a:r>
              <a:rPr lang="en-US" altLang="zh-TW" sz="3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github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帳號</a:t>
            </a:r>
            <a:endParaRPr sz="3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spcBef>
                <a:spcPts val="400"/>
              </a:spcBef>
            </a:pP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加入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classroom </a:t>
            </a:r>
            <a:r>
              <a:rPr lang="en-US" altLang="zh-TW" sz="3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github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網站系統設計與製作 課程</a:t>
            </a:r>
            <a:endParaRPr lang="en-US" altLang="zh-TW" sz="3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spcBef>
                <a:spcPts val="400"/>
              </a:spcBef>
            </a:pP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Visual Studio Code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複製上列新增的</a:t>
            </a:r>
            <a:r>
              <a:rPr lang="en-US" altLang="zh-TW" sz="3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Respository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各自有一份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到本地端電腦上進行編輯</a:t>
            </a:r>
            <a:endParaRPr lang="en-US" altLang="zh-TW" sz="3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spcBef>
                <a:spcPts val="400"/>
              </a:spcBef>
              <a:buFont typeface="Wingdings" pitchFamily="2" charset="2"/>
              <a:buChar char="Ø"/>
            </a:pP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開啟資料夾 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本地端存放</a:t>
            </a:r>
            <a:r>
              <a:rPr lang="en-US" altLang="zh-TW" sz="3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respository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的位置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 lvl="1">
              <a:spcBef>
                <a:spcPts val="400"/>
              </a:spcBef>
              <a:buFont typeface=".Apple Color Emoji UI"/>
              <a:buChar char="❌"/>
            </a:pP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開啟終端機輸入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 clone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URL</a:t>
            </a:r>
            <a:endParaRPr lang="en-US" altLang="zh-TW" sz="3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lvl="1">
              <a:spcBef>
                <a:spcPts val="400"/>
              </a:spcBef>
              <a:buFont typeface=".Apple Color Emoji UI"/>
              <a:buChar char="❌"/>
            </a:pP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 config --global </a:t>
            </a:r>
            <a:r>
              <a:rPr lang="en-US" altLang="zh-TW" sz="3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user.name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“[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帳號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]”</a:t>
            </a:r>
          </a:p>
          <a:p>
            <a:pPr lvl="1">
              <a:spcBef>
                <a:spcPts val="400"/>
              </a:spcBef>
              <a:buFont typeface=".Apple Color Emoji UI"/>
              <a:buChar char="❌"/>
            </a:pP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 config --global </a:t>
            </a:r>
            <a:r>
              <a:rPr lang="en-US" altLang="zh-TW" sz="3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user.email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“[email]”</a:t>
            </a:r>
          </a:p>
          <a:p>
            <a:pPr>
              <a:spcBef>
                <a:spcPts val="400"/>
              </a:spcBef>
            </a:pP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編輯修改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Exercise1/</a:t>
            </a:r>
            <a:r>
              <a:rPr lang="en-US" altLang="zh-TW" sz="3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index.html</a:t>
            </a:r>
            <a:r>
              <a:rPr lang="zh-TW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後先認可，接著推送至</a:t>
            </a:r>
            <a:r>
              <a:rPr lang="en-US" altLang="zh-TW" sz="3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36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github</a:t>
            </a:r>
            <a:endParaRPr sz="3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直線圖說文字 2 1">
            <a:extLst>
              <a:ext uri="{FF2B5EF4-FFF2-40B4-BE49-F238E27FC236}">
                <a16:creationId xmlns:a16="http://schemas.microsoft.com/office/drawing/2014/main" id="{5FB67610-0011-E642-B583-8A23696EAA97}"/>
              </a:ext>
            </a:extLst>
          </p:cNvPr>
          <p:cNvSpPr/>
          <p:nvPr/>
        </p:nvSpPr>
        <p:spPr>
          <a:xfrm>
            <a:off x="8970182" y="8156377"/>
            <a:ext cx="3469468" cy="595035"/>
          </a:xfrm>
          <a:prstGeom prst="borderCallout2">
            <a:avLst>
              <a:gd name="adj1" fmla="val 48885"/>
              <a:gd name="adj2" fmla="val -1190"/>
              <a:gd name="adj3" fmla="val 48885"/>
              <a:gd name="adj4" fmla="val -18198"/>
              <a:gd name="adj5" fmla="val -396159"/>
              <a:gd name="adj6" fmla="val -31808"/>
            </a:avLst>
          </a:prstGeom>
          <a:blipFill rotWithShape="1">
            <a:blip r:embed="rId2"/>
            <a:srcRect/>
            <a:tile tx="0" ty="0" sx="100000" sy="100000" flip="none" algn="tl"/>
          </a:blipFill>
          <a:ln w="50800" cap="flat">
            <a:solidFill>
              <a:srgbClr val="FF0000"/>
            </a:solidFill>
            <a:miter lim="400000"/>
          </a:ln>
          <a:effectLst>
            <a:outerShdw blurRad="50800" dist="38100" dir="5400000" rotWithShape="0">
              <a:srgbClr val="000000">
                <a:alpha val="4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從 </a:t>
            </a:r>
            <a:r>
              <a:rPr kumimoji="0" lang="en-US" altLang="zh-TW" sz="3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github</a:t>
            </a:r>
            <a:r>
              <a:rPr kumimoji="0" lang="zh-TW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 上複製</a:t>
            </a:r>
          </a:p>
        </p:txBody>
      </p:sp>
      <p:sp>
        <p:nvSpPr>
          <p:cNvPr id="5" name="直線圖說文字 2 4">
            <a:extLst>
              <a:ext uri="{FF2B5EF4-FFF2-40B4-BE49-F238E27FC236}">
                <a16:creationId xmlns:a16="http://schemas.microsoft.com/office/drawing/2014/main" id="{62A35D09-A707-324D-8024-682A6775CE71}"/>
              </a:ext>
            </a:extLst>
          </p:cNvPr>
          <p:cNvSpPr/>
          <p:nvPr/>
        </p:nvSpPr>
        <p:spPr>
          <a:xfrm>
            <a:off x="10095316" y="5200003"/>
            <a:ext cx="2909484" cy="2072362"/>
          </a:xfrm>
          <a:prstGeom prst="borderCallout2">
            <a:avLst>
              <a:gd name="adj1" fmla="val 7753"/>
              <a:gd name="adj2" fmla="val -1723"/>
              <a:gd name="adj3" fmla="val 15979"/>
              <a:gd name="adj4" fmla="val -11273"/>
              <a:gd name="adj5" fmla="val 85100"/>
              <a:gd name="adj6" fmla="val -9437"/>
            </a:avLst>
          </a:prstGeom>
          <a:blipFill rotWithShape="1">
            <a:blip r:embed="rId2"/>
            <a:srcRect/>
            <a:tile tx="0" ty="0" sx="100000" sy="100000" flip="none" algn="tl"/>
          </a:blipFill>
          <a:ln w="50800" cap="flat">
            <a:solidFill>
              <a:srgbClr val="FF0000"/>
            </a:solidFill>
            <a:miter lim="400000"/>
          </a:ln>
          <a:effectLst>
            <a:outerShdw blurRad="50800" dist="38100" dir="5400000" rotWithShape="0">
              <a:srgbClr val="000000">
                <a:alpha val="4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TW" sz="32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github</a:t>
            </a:r>
            <a:r>
              <a:rPr kumimoji="0" lang="zh-TW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 </a:t>
            </a:r>
            <a:r>
              <a:rPr kumimoji="0" lang="en-US" altLang="zh-TW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desktop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不用 </a:t>
            </a:r>
            <a:r>
              <a:rPr kumimoji="0" lang="en-US" altLang="zh-TW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git 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相關指令</a:t>
            </a:r>
          </a:p>
        </p:txBody>
      </p:sp>
    </p:spTree>
    <p:extLst>
      <p:ext uri="{BB962C8B-B14F-4D97-AF65-F5344CB8AC3E}">
        <p14:creationId xmlns:p14="http://schemas.microsoft.com/office/powerpoint/2010/main" val="3956355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 invX="1"/>
      </p:transition>
    </mc:Choice>
    <mc:Choice xmlns="" xmlns:m="http://schemas.openxmlformats.org/officeDocument/2006/math" xmlns:a14="http://schemas.microsoft.com/office/drawing/2010/main" xmlns:p14="http://schemas.microsoft.com/office/powerpoint/2010/main" Requires="p14">
      <p:transition spd="med" advClick="1" p14:dur="1000">
        <p:wipe dir="l"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9CBF05-EF7F-A347-A304-51B32180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"/>
            <a:ext cx="11176000" cy="5969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Exercise 1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167FB7-3981-DE47-BD01-0543C10A86BF}"/>
              </a:ext>
            </a:extLst>
          </p:cNvPr>
          <p:cNvSpPr txBox="1"/>
          <p:nvPr/>
        </p:nvSpPr>
        <p:spPr>
          <a:xfrm>
            <a:off x="2679709" y="1208555"/>
            <a:ext cx="8048338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完成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Exercise1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資料夾內的</a:t>
            </a:r>
            <a:r>
              <a:rPr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index.html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4" name="圖片 3" descr="一張含有 螢幕擷取畫面, 監視器, 螢幕 的圖片&#10;&#10;自動產生的描述">
            <a:extLst>
              <a:ext uri="{FF2B5EF4-FFF2-40B4-BE49-F238E27FC236}">
                <a16:creationId xmlns:a16="http://schemas.microsoft.com/office/drawing/2014/main" id="{B9764219-68C9-CD44-973F-2D620E5B1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78" y="2379420"/>
            <a:ext cx="11353800" cy="46228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5B517D5-8057-5E4E-8D98-E0C7DB920F37}"/>
              </a:ext>
            </a:extLst>
          </p:cNvPr>
          <p:cNvSpPr txBox="1"/>
          <p:nvPr/>
        </p:nvSpPr>
        <p:spPr>
          <a:xfrm>
            <a:off x="2589078" y="7374180"/>
            <a:ext cx="7826644" cy="1764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TW" sz="3600" b="0" i="0" u="none" strike="noStrike" cap="none" spc="0" normalizeH="0" baseline="0" dirty="0" err="1">
                <a:ln>
                  <a:noFill/>
                </a:ln>
                <a:solidFill>
                  <a:srgbClr val="72675A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Index.html</a:t>
            </a:r>
            <a:r>
              <a:rPr kumimoji="0" lang="zh-TW" altLang="en-US" sz="3600" b="0" i="0" u="none" strike="noStrike" cap="none" spc="0" normalizeH="0" baseline="0" dirty="0">
                <a:ln>
                  <a:noFill/>
                </a:ln>
                <a:solidFill>
                  <a:srgbClr val="72675A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內容在下</a:t>
            </a:r>
            <a:r>
              <a:rPr kumimoji="0" lang="en-US" altLang="zh-TW" sz="3600" b="0" i="0" u="none" strike="noStrike" cap="none" spc="0" normalizeH="0" baseline="0" dirty="0">
                <a:ln>
                  <a:noFill/>
                </a:ln>
                <a:solidFill>
                  <a:srgbClr val="72675A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2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張投影片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完成後，請用</a:t>
            </a:r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Browser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測試網頁</a:t>
            </a:r>
            <a:endPara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TW" altLang="en-US" sz="3600" b="0" i="0" u="none" strike="noStrike" cap="none" spc="0" normalizeH="0" baseline="0" dirty="0">
                <a:ln>
                  <a:noFill/>
                </a:ln>
                <a:solidFill>
                  <a:srgbClr val="72675A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內容正確後上傳至</a:t>
            </a:r>
            <a:r>
              <a:rPr kumimoji="0" lang="en-US" altLang="zh-TW" sz="3600" b="0" i="0" u="none" strike="noStrike" cap="none" spc="0" normalizeH="0" baseline="0" dirty="0">
                <a:ln>
                  <a:noFill/>
                </a:ln>
                <a:solidFill>
                  <a:srgbClr val="72675A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 </a:t>
            </a:r>
            <a:r>
              <a:rPr kumimoji="0" lang="en-US" altLang="zh-TW" sz="3600" b="0" i="0" u="none" strike="noStrike" cap="none" spc="0" normalizeH="0" baseline="0" dirty="0" err="1">
                <a:ln>
                  <a:noFill/>
                </a:ln>
                <a:solidFill>
                  <a:srgbClr val="72675A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github</a:t>
            </a:r>
            <a:endParaRPr kumimoji="0" lang="zh-TW" altLang="en-US" sz="3600" b="0" i="0" u="none" strike="noStrike" cap="none" spc="0" normalizeH="0" baseline="0" dirty="0">
              <a:ln>
                <a:noFill/>
              </a:ln>
              <a:solidFill>
                <a:srgbClr val="72675A"/>
              </a:solidFill>
              <a:effectLst/>
              <a:uFillTx/>
              <a:latin typeface="Microsoft JhengHei" panose="020B0604030504040204" pitchFamily="34" charset="-120"/>
              <a:ea typeface="Microsoft JhengHei" panose="020B0604030504040204" pitchFamily="34" charset="-120"/>
              <a:sym typeface="Baskerville"/>
            </a:endParaRPr>
          </a:p>
        </p:txBody>
      </p:sp>
    </p:spTree>
    <p:extLst>
      <p:ext uri="{BB962C8B-B14F-4D97-AF65-F5344CB8AC3E}">
        <p14:creationId xmlns:p14="http://schemas.microsoft.com/office/powerpoint/2010/main" val="104452054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9CBF05-EF7F-A347-A304-51B32180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"/>
            <a:ext cx="11176000" cy="5969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Exercise 1: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編輯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index.html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4" name="圖片 3" descr="一張含有 螢幕擷取畫面 的圖片&#10;&#10;自動產生的描述">
            <a:extLst>
              <a:ext uri="{FF2B5EF4-FFF2-40B4-BE49-F238E27FC236}">
                <a16:creationId xmlns:a16="http://schemas.microsoft.com/office/drawing/2014/main" id="{1FAA2FB5-3617-0943-A4C1-5132D5576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13004800" cy="887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790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9CBF05-EF7F-A347-A304-51B32180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"/>
            <a:ext cx="11176000" cy="5969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Exercise 1: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編輯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index.html</a:t>
            </a:r>
            <a:endParaRPr kumimoji="1" lang="zh-TW" altLang="en-US" dirty="0"/>
          </a:p>
        </p:txBody>
      </p:sp>
      <p:pic>
        <p:nvPicPr>
          <p:cNvPr id="5" name="圖片 4" descr="一張含有 螢幕擷取畫面 的圖片&#10;&#10;自動產生的描述">
            <a:extLst>
              <a:ext uri="{FF2B5EF4-FFF2-40B4-BE49-F238E27FC236}">
                <a16:creationId xmlns:a16="http://schemas.microsoft.com/office/drawing/2014/main" id="{21B1389D-271A-2D42-A83D-98C2D6C18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2483"/>
            <a:ext cx="13004800" cy="878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0264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AF68C-A4BB-7244-A269-4567F321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Github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發布網頁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E6D14D-5E03-B44A-832D-99EBBC266358}"/>
              </a:ext>
            </a:extLst>
          </p:cNvPr>
          <p:cNvSpPr txBox="1"/>
          <p:nvPr/>
        </p:nvSpPr>
        <p:spPr>
          <a:xfrm>
            <a:off x="2284278" y="2543100"/>
            <a:ext cx="7826644" cy="1764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marR="0" indent="-57150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en-US" sz="3600" b="0" i="0" u="none" strike="noStrike" cap="none" spc="0" normalizeH="0" baseline="0" dirty="0">
                <a:ln>
                  <a:noFill/>
                </a:ln>
                <a:solidFill>
                  <a:srgbClr val="72675A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進入 </a:t>
            </a:r>
            <a:r>
              <a:rPr kumimoji="0" lang="en-US" altLang="zh-TW" sz="3600" b="0" i="0" u="none" strike="noStrike" cap="none" spc="0" normalizeH="0" baseline="0" dirty="0" err="1">
                <a:ln>
                  <a:noFill/>
                </a:ln>
                <a:solidFill>
                  <a:srgbClr val="72675A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github</a:t>
            </a:r>
            <a:r>
              <a:rPr kumimoji="0" lang="zh-TW" altLang="en-US" sz="3600" b="0" i="0" u="none" strike="noStrike" cap="none" spc="0" normalizeH="0" baseline="0" dirty="0">
                <a:ln>
                  <a:noFill/>
                </a:ln>
                <a:solidFill>
                  <a:srgbClr val="72675A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 專案的</a:t>
            </a:r>
            <a:r>
              <a:rPr kumimoji="0" lang="en-US" altLang="zh-TW" sz="3600" b="0" i="0" u="none" strike="noStrike" cap="none" spc="0" normalizeH="0" baseline="0" dirty="0">
                <a:ln>
                  <a:noFill/>
                </a:ln>
                <a:solidFill>
                  <a:srgbClr val="72675A"/>
                </a:solidFill>
                <a:effectLst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sym typeface="Baskerville"/>
              </a:rPr>
              <a:t> setting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" altLang="zh-TW" dirty="0"/>
              <a:t>GitHub Pages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zh-TW" altLang="en-US" b="1" dirty="0"/>
              <a:t>設定網頁 </a:t>
            </a:r>
            <a:r>
              <a:rPr lang="en" altLang="zh-TW" b="1" dirty="0"/>
              <a:t>Source</a:t>
            </a:r>
            <a:endParaRPr lang="en" altLang="zh-TW" dirty="0"/>
          </a:p>
        </p:txBody>
      </p:sp>
    </p:spTree>
    <p:extLst>
      <p:ext uri="{BB962C8B-B14F-4D97-AF65-F5344CB8AC3E}">
        <p14:creationId xmlns:p14="http://schemas.microsoft.com/office/powerpoint/2010/main" val="2696051651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PhotoPortfolio">
  <a:themeElements>
    <a:clrScheme name="PhotoPortfolio">
      <a:dk1>
        <a:srgbClr val="72675A"/>
      </a:dk1>
      <a:lt1>
        <a:srgbClr val="184472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PhotoPortfolio">
      <a:majorFont>
        <a:latin typeface="Baskerville"/>
        <a:ea typeface="Baskerville"/>
        <a:cs typeface="Baskerville"/>
      </a:majorFont>
      <a:minorFont>
        <a:latin typeface="Cochin"/>
        <a:ea typeface="Cochin"/>
        <a:cs typeface="Cochin"/>
      </a:minorFont>
    </a:fontScheme>
    <a:fmtScheme name="Photo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381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rgbClr val="51515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72675A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PhotoPortfolio">
  <a:themeElements>
    <a:clrScheme name="PhotoPortfolio">
      <a:dk1>
        <a:srgbClr val="000000"/>
      </a:dk1>
      <a:lt1>
        <a:srgbClr val="FFFFFF"/>
      </a:lt1>
      <a:dk2>
        <a:srgbClr val="626262"/>
      </a:dk2>
      <a:lt2>
        <a:srgbClr val="C1C1C1"/>
      </a:lt2>
      <a:accent1>
        <a:srgbClr val="95ABBF"/>
      </a:accent1>
      <a:accent2>
        <a:srgbClr val="8FAC7A"/>
      </a:accent2>
      <a:accent3>
        <a:srgbClr val="C6C190"/>
      </a:accent3>
      <a:accent4>
        <a:srgbClr val="C2B18B"/>
      </a:accent4>
      <a:accent5>
        <a:srgbClr val="D9A774"/>
      </a:accent5>
      <a:accent6>
        <a:srgbClr val="B78367"/>
      </a:accent6>
      <a:hlink>
        <a:srgbClr val="0000FF"/>
      </a:hlink>
      <a:folHlink>
        <a:srgbClr val="FF00FF"/>
      </a:folHlink>
    </a:clrScheme>
    <a:fontScheme name="PhotoPortfolio">
      <a:majorFont>
        <a:latin typeface="Baskerville"/>
        <a:ea typeface="Baskerville"/>
        <a:cs typeface="Baskerville"/>
      </a:majorFont>
      <a:minorFont>
        <a:latin typeface="Cochin"/>
        <a:ea typeface="Cochin"/>
        <a:cs typeface="Cochin"/>
      </a:minorFont>
    </a:fontScheme>
    <a:fmtScheme name="Photo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38100" dir="5400000" rotWithShape="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rgbClr val="51515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72675A"/>
            </a:solidFill>
            <a:effectLst/>
            <a:uFillTx/>
            <a:latin typeface="+mj-lt"/>
            <a:ea typeface="+mj-ea"/>
            <a:cs typeface="+mj-cs"/>
            <a:sym typeface="Baskervill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393</Words>
  <Application>Microsoft Macintosh PowerPoint</Application>
  <PresentationFormat>Custom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.Apple Color Emoji UI</vt:lpstr>
      <vt:lpstr>Heiti SC Medium</vt:lpstr>
      <vt:lpstr>Microsoft JhengHei</vt:lpstr>
      <vt:lpstr>Arial</vt:lpstr>
      <vt:lpstr>Baskerville</vt:lpstr>
      <vt:lpstr>Bradley Hand ITC TT-Bold</vt:lpstr>
      <vt:lpstr>Helvetica Neue</vt:lpstr>
      <vt:lpstr>Wingdings</vt:lpstr>
      <vt:lpstr>PhotoPortfolio</vt:lpstr>
      <vt:lpstr>Visual Studio Code</vt:lpstr>
      <vt:lpstr>Get Started</vt:lpstr>
      <vt:lpstr>PowerPoint Presentation</vt:lpstr>
      <vt:lpstr>Basic Editing</vt:lpstr>
      <vt:lpstr>IntelliSense</vt:lpstr>
      <vt:lpstr>Emmet</vt:lpstr>
      <vt:lpstr>Program Language</vt:lpstr>
      <vt:lpstr>Debugging</vt:lpstr>
      <vt:lpstr>Version Control</vt:lpstr>
      <vt:lpstr>Github</vt:lpstr>
      <vt:lpstr>Version Control</vt:lpstr>
      <vt:lpstr>Exercise 1</vt:lpstr>
      <vt:lpstr>Exercise 1: 編輯 index.html</vt:lpstr>
      <vt:lpstr>Exercise 1: 編輯 index.html</vt:lpstr>
      <vt:lpstr>在Github發布網頁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Studio Code</dc:title>
  <cp:lastModifiedBy>黃國峰</cp:lastModifiedBy>
  <cp:revision>25</cp:revision>
  <dcterms:modified xsi:type="dcterms:W3CDTF">2025-09-16T07:13:25Z</dcterms:modified>
</cp:coreProperties>
</file>